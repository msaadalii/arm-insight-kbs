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20708783794ad0" /><Relationship Type="http://schemas.openxmlformats.org/officeDocument/2006/relationships/extended-properties" Target="/docProps/app.xml" Id="R4044a43968c54096" /><Relationship Type="http://schemas.openxmlformats.org/officeDocument/2006/relationships/officeDocument" Target="/ppt/presentation.xml" Id="R64bd8e15421245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df703eee944dac"/>
  </p:sldMasterIdLst>
  <p:notesMasterIdLst>
    <p:notesMasterId xmlns:r="http://schemas.openxmlformats.org/officeDocument/2006/relationships" r:id="Rbffaf0bd8c0d469f"/>
  </p:notesMasterIdLst>
  <p:sldIdLst>
    <p:sldId xmlns:r="http://schemas.openxmlformats.org/officeDocument/2006/relationships" id="256" r:id="R2dc4a740d65347f6"/>
    <p:sldId xmlns:r="http://schemas.openxmlformats.org/officeDocument/2006/relationships" id="257" r:id="R3d190246f1824b14"/>
    <p:sldId xmlns:r="http://schemas.openxmlformats.org/officeDocument/2006/relationships" id="258" r:id="R37de18bb10a54390"/>
    <p:sldId xmlns:r="http://schemas.openxmlformats.org/officeDocument/2006/relationships" id="259" r:id="R63a06be91c714164"/>
    <p:sldId xmlns:r="http://schemas.openxmlformats.org/officeDocument/2006/relationships" id="260" r:id="Rf33bd5b414ac46c8"/>
    <p:sldId xmlns:r="http://schemas.openxmlformats.org/officeDocument/2006/relationships" id="261" r:id="R5387c472fc1f49ae"/>
    <p:sldId xmlns:r="http://schemas.openxmlformats.org/officeDocument/2006/relationships" id="262" r:id="Re663bb9a5ca64c02"/>
    <p:sldId xmlns:r="http://schemas.openxmlformats.org/officeDocument/2006/relationships" id="263" r:id="Reeb04931be214448"/>
    <p:sldId xmlns:r="http://schemas.openxmlformats.org/officeDocument/2006/relationships" id="264" r:id="Rc80945cfba5a49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50d7c0b2314ab0" /><Relationship Type="http://schemas.openxmlformats.org/officeDocument/2006/relationships/slideMaster" Target="/ppt/slideMasters/slideMaster1.xml" Id="Ra0df703eee944dac" /><Relationship Type="http://schemas.openxmlformats.org/officeDocument/2006/relationships/notesMaster" Target="/ppt/notesMasters/notesMaster1.xml" Id="Rbffaf0bd8c0d469f" /><Relationship Type="http://schemas.openxmlformats.org/officeDocument/2006/relationships/presProps" Target="/ppt/presProps.xml" Id="Rff11543519bf44a6" /><Relationship Type="http://schemas.openxmlformats.org/officeDocument/2006/relationships/tableStyles" Target="/ppt/tableStyles.xml" Id="R96cebdeb190d4a9d" /><Relationship Type="http://schemas.openxmlformats.org/officeDocument/2006/relationships/slide" Target="/ppt/slides/slide1.xml" Id="R2dc4a740d65347f6" /><Relationship Type="http://schemas.openxmlformats.org/officeDocument/2006/relationships/slide" Target="/ppt/slides/slide2.xml" Id="R3d190246f1824b14" /><Relationship Type="http://schemas.openxmlformats.org/officeDocument/2006/relationships/slide" Target="/ppt/slides/slide3.xml" Id="R37de18bb10a54390" /><Relationship Type="http://schemas.openxmlformats.org/officeDocument/2006/relationships/slide" Target="/ppt/slides/slide4.xml" Id="R63a06be91c714164" /><Relationship Type="http://schemas.openxmlformats.org/officeDocument/2006/relationships/slide" Target="/ppt/slides/slide5.xml" Id="Rf33bd5b414ac46c8" /><Relationship Type="http://schemas.openxmlformats.org/officeDocument/2006/relationships/slide" Target="/ppt/slides/slide6.xml" Id="R5387c472fc1f49ae" /><Relationship Type="http://schemas.openxmlformats.org/officeDocument/2006/relationships/slide" Target="/ppt/slides/slide7.xml" Id="Re663bb9a5ca64c02" /><Relationship Type="http://schemas.openxmlformats.org/officeDocument/2006/relationships/slide" Target="/ppt/slides/slide8.xml" Id="Reeb04931be214448" /><Relationship Type="http://schemas.openxmlformats.org/officeDocument/2006/relationships/slide" Target="/ppt/slides/slide9.xml" Id="Rc80945cfba5a49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d8bd9691948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e39458e1e44882" /><Relationship Type="http://schemas.openxmlformats.org/officeDocument/2006/relationships/notesMaster" Target="/ppt/notesMasters/notesMaster1.xml" Id="R36c14654a14b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6a298a1114150" /><Relationship Type="http://schemas.openxmlformats.org/officeDocument/2006/relationships/notesMaster" Target="/ppt/notesMasters/notesMaster1.xml" Id="R5bbb390c83aa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dcadd81804519" /><Relationship Type="http://schemas.openxmlformats.org/officeDocument/2006/relationships/notesMaster" Target="/ppt/notesMasters/notesMaster1.xml" Id="R2bdcd252af8642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2520587fe74af6" /><Relationship Type="http://schemas.openxmlformats.org/officeDocument/2006/relationships/notesMaster" Target="/ppt/notesMasters/notesMaster1.xml" Id="R874604b92cf640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5f579ce5384010" /><Relationship Type="http://schemas.openxmlformats.org/officeDocument/2006/relationships/notesMaster" Target="/ppt/notesMasters/notesMaster1.xml" Id="R8ae0fc6850f141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2cccab858747a9" /><Relationship Type="http://schemas.openxmlformats.org/officeDocument/2006/relationships/notesMaster" Target="/ppt/notesMasters/notesMaster1.xml" Id="R0d80d7c3bf3546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6db8f99ad14bf5" /><Relationship Type="http://schemas.openxmlformats.org/officeDocument/2006/relationships/notesMaster" Target="/ppt/notesMasters/notesMaster1.xml" Id="R76f2a57ccd4844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e2e653a39441db" /><Relationship Type="http://schemas.openxmlformats.org/officeDocument/2006/relationships/notesMaster" Target="/ppt/notesMasters/notesMaster1.xml" Id="R6497db133fa04d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d1a33e0dc745fd" /><Relationship Type="http://schemas.openxmlformats.org/officeDocument/2006/relationships/notesMaster" Target="/ppt/notesMasters/notesMaster1.xml" Id="R36cef3915de74f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and supplied assignment: Knowledge Based Systems CT-359 CCP brief, NED University,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reasoning. Universal Robots C162 documentation discusses incorrect payload center of gravity as a possible cause of protective stop: https://www.universal-robots.com/manuals/EN/HTML/SW5_19/Content/prod-err-codes/topics/CODE_162.html . The app is generic and its rule is not model-specific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executable local regression checks, not an estimate of diagnostic accuracy. Test commands and scenarios are included in the source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cited UR references support selected protective-stop examples, not the complete generic rule base: https://www.universal-robots.com/articles/ur/robot-care-maintenance/understanding-protective-stops/ and https://www.universal-robots.com/manuals/EN/PDF/SW5_24/service-manual_e-series/e-Series_Service_Manual_en.pdf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ea470297d49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66143237d43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3581c452143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9f9f653a049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4de996ac94e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af6bf17e04e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13B00E-6ADF-454E-B9AD-C87053718E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7430F0-7536-4141-9E15-2DBFFE5B7E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CDC8EF-0C15-4B50-9271-348B7F1E0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7F8BF2-D4C7-4279-8E4C-766A4AEED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8C9617-FCEE-4E5B-BF66-C6EC6A499C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2861F1-6CC7-4519-92DE-A65EE9C26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72A08E-6422-45F9-9F86-62CE3DAFA3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D700EE-311A-4106-A9CA-0A258A4452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206880-7C8D-45AA-A2EC-99E4E9BE73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D9C9B6-0858-4133-9D60-7BC20F8937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e36e6946974f64" /><Relationship Type="http://schemas.openxmlformats.org/officeDocument/2006/relationships/slideLayout" Target="/ppt/slideLayouts/slideLayout1.xml" Id="R8c6321b56a264ce3" /><Relationship Type="http://schemas.openxmlformats.org/officeDocument/2006/relationships/slideLayout" Target="/ppt/slideLayouts/slideLayout2.xml" Id="R525e74496fb14b72" /><Relationship Type="http://schemas.openxmlformats.org/officeDocument/2006/relationships/slideLayout" Target="/ppt/slideLayouts/slideLayout3.xml" Id="Re8ee54a5bda846e6" /><Relationship Type="http://schemas.openxmlformats.org/officeDocument/2006/relationships/slideLayout" Target="/ppt/slideLayouts/slideLayout4.xml" Id="R01c4397f6397499e" /><Relationship Type="http://schemas.openxmlformats.org/officeDocument/2006/relationships/slideLayout" Target="/ppt/slideLayouts/slideLayout5.xml" Id="Rbb487784b9954ded" /><Relationship Type="http://schemas.openxmlformats.org/officeDocument/2006/relationships/slideLayout" Target="/ppt/slideLayouts/slideLayout6.xml" Id="R904e715f1a4a4b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6321b56a264ce3"/>
    <p:sldLayoutId xmlns:r="http://schemas.openxmlformats.org/officeDocument/2006/relationships" id="2147483650" r:id="R525e74496fb14b72"/>
    <p:sldLayoutId xmlns:r="http://schemas.openxmlformats.org/officeDocument/2006/relationships" id="2147483651" r:id="Re8ee54a5bda846e6"/>
    <p:sldLayoutId xmlns:r="http://schemas.openxmlformats.org/officeDocument/2006/relationships" id="2147483652" r:id="R01c4397f6397499e"/>
    <p:sldLayoutId xmlns:r="http://schemas.openxmlformats.org/officeDocument/2006/relationships" id="2147483653" r:id="Rbb487784b9954ded"/>
    <p:sldLayoutId xmlns:r="http://schemas.openxmlformats.org/officeDocument/2006/relationships" id="2147483654" r:id="R904e715f1a4a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d69472ca14ffd" /><Relationship Type="http://schemas.openxmlformats.org/officeDocument/2006/relationships/notesSlide" Target="/ppt/notesSlides/notesSlide1.xml" Id="Rfe484270914e4d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b9edd5e114f35" /><Relationship Type="http://schemas.openxmlformats.org/officeDocument/2006/relationships/notesSlide" Target="/ppt/notesSlides/notesSlide2.xml" Id="R221071745cb24a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30aad9e934172" /><Relationship Type="http://schemas.openxmlformats.org/officeDocument/2006/relationships/notesSlide" Target="/ppt/notesSlides/notesSlide3.xml" Id="R6f0cce3865d34f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6d0a963c9402d" /><Relationship Type="http://schemas.openxmlformats.org/officeDocument/2006/relationships/notesSlide" Target="/ppt/notesSlides/notesSlide4.xml" Id="Rf3cd07859ec043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9a442b6484c76" /><Relationship Type="http://schemas.openxmlformats.org/officeDocument/2006/relationships/notesSlide" Target="/ppt/notesSlides/notesSlide5.xml" Id="Ra5fc547ec2ad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1c0bc96eb4ed0" /><Relationship Type="http://schemas.openxmlformats.org/officeDocument/2006/relationships/notesSlide" Target="/ppt/notesSlides/notesSlide6.xml" Id="R96a505bd1ecf4e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90db64bd244b5" /><Relationship Type="http://schemas.openxmlformats.org/officeDocument/2006/relationships/notesSlide" Target="/ppt/notesSlides/notesSlide7.xml" Id="Rabd7197554e447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ecdc6da68d4277" /><Relationship Type="http://schemas.openxmlformats.org/officeDocument/2006/relationships/notesSlide" Target="/ppt/notesSlides/notesSlide8.xml" Id="R77ac551d985744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26c3bac1149fe" /><Relationship Type="http://schemas.openxmlformats.org/officeDocument/2006/relationships/notesSlide" Target="/ppt/notesSlides/notesSlide9.xml" Id="R9d5ab21d711d41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9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897C4-27C9-4E84-A6CA-4D734142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KNOWLEDGE BASED SYSTEMS  /  CT-359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2FF17-DD28-47AA-9B74-CB502BB6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287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Robotic Arm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Fault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2AC7C-BC58-4B2D-84E1-ADEBEF75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0144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AE9E8"/>
                </a:solidFill>
                <a:latin typeface="DejaVu Sans"/>
                <a:ea typeface="DejaVu Sans"/>
                <a:cs typeface="DejaVu Sans"/>
              </a:rPr>
              <a:t>Explainable rule engine · source-aware evidence · maintenance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C87E4-3F13-4F3A-A632-7D1F584F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19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Semester project  |  Saad Ali · 24221  |  NED University</a:t>
            </a:r>
          </a:p>
        </p:txBody>
      </p:sp>
    </p:spTree>
    <p:extLst>
      <p:ext uri="{BB962C8B-B14F-4D97-AF65-F5344CB8AC3E}">
        <p14:creationId xmlns:p14="http://schemas.microsoft.com/office/powerpoint/2010/main" val="1057407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5A2FE-16A7-4404-8AE5-558F985A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31CB0-6158-4910-9763-EA15789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Problem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00ED8-66AC-492D-A96E-0A24CA0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CA836-97D3-4364-A2E6-DCE2B18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906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A protective stop can have several plausible causes. An operator needs to see why a hypothesis appeared and what observation is still missing.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3F2A1-4A38-4CC8-BE41-10AA160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1038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Input: manual observations or source-tagged claims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9EB43-6A7F-4841-974B-03EEFFA9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05300"/>
            <a:ext cx="1038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Output: supported, possible, contradicted or conflicted hypotheses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36C1F-1C3D-4BA9-A38C-EE88EF2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1038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Boundary: academic screening on a generic arm; no automated control</a:t>
            </a:r>
          </a:p>
        </p:txBody>
      </p:sp>
    </p:spTree>
    <p:extLst>
      <p:ext uri="{BB962C8B-B14F-4D97-AF65-F5344CB8AC3E}">
        <p14:creationId xmlns:p14="http://schemas.microsoft.com/office/powerpoint/2010/main" val="1554946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1B1F9-CF76-42D9-90CD-E27524D8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95DD1-0B57-4214-AB21-D7961EE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Knowledge representation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5A937-DAA5-46F7-98CB-2F2C434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B363-CB7A-4A4D-A840-97FD7204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SYMBOLS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6FC6-83BC-49E5-A1C2-922819E3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SYMPTOMS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09422-30F0-41AA-9EDE-6D537B5A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76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FD1D4-C9DD-4C90-B70E-3AF8DCF5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571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yes · no</a:t>
            </a:r>
          </a:p>
          <a:p xmlns:a="http://schemas.openxmlformats.org/drawingml/2006/main">
            <a:pPr algn="l">
              <a:def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unknown · conflict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2F656-0C21-4CD9-B8E6-A2747C0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62225"/>
            <a:ext cx="3009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A structured JSON dictionary links observations with component and fault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DC12C-2B14-4389-B624-925D0AEF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62225"/>
            <a:ext cx="2857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Eight fault frames contain required conditions, causes and qualified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450D4-1E03-4531-AEBE-455D3FC7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The knowledge base stays inspectable and editable for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461940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9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97E5C-8C5A-46DA-B5EC-4CE422A0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8F567-1F69-4404-9FA5-F437EBB0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Forward-chaining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BAC0A-AD32-4035-89EC-35938CD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5BB3-90CE-41A5-9ADD-3C162DE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Observed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5AB28-5C10-4C73-8634-F0618F63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47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Rule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45AF7-08EE-486D-B0CB-3F801FC8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7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61AD-28F8-480B-A897-6BD0597A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952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Protective stop = Yes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Payload mismatch = Yes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8FFAC-3F2D-44D1-A936-82C2E6CD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8765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Payload condition group is satisfied. The rule derives a fault hypothesis.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C11F5-3C30-4B72-A471-CA21C1F4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571750"/>
            <a:ext cx="285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trace lists satisfied facts and suggests a qualified payload check.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A34BD-0B48-4E2D-BBD4-14A4BDF4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AE9E8"/>
                </a:solidFill>
                <a:latin typeface="DejaVu Sans"/>
                <a:ea typeface="DejaVu Sans"/>
                <a:cs typeface="DejaVu Sans"/>
              </a:rPr>
              <a:t>Unknown leaves a rule possible. No contradicts it. Conflict blocks support.</a:t>
            </a:r>
          </a:p>
        </p:txBody>
      </p:sp>
    </p:spTree>
    <p:extLst>
      <p:ext uri="{BB962C8B-B14F-4D97-AF65-F5344CB8AC3E}">
        <p14:creationId xmlns:p14="http://schemas.microsoft.com/office/powerpoint/2010/main" val="220951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98062-2AD4-412F-B4D4-7575FD7A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11007-801B-468B-9508-08F11EE1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Conflicting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73EC5-3F31-45FC-BAA6-E47ECEB7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269B2-5967-4BEA-8576-E9919576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Operator 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84884-6418-424B-BDA9-BC0B8CB8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Protective stop = Yes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62BA1-B1A8-4053-91F6-34B15EE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Sensor / 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D41F-1C75-483A-BC59-0EA285C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Protective stop = 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DED64-F8D1-4F0C-BC73-64D91E2D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Resolved state: CONFLICT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73032-937A-402A-87AD-A1BD75D4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The system preserves both source records and marks affected rules conflicted. A technician can review the evidence and enter a qualified follow-up.</a:t>
            </a:r>
          </a:p>
        </p:txBody>
      </p:sp>
    </p:spTree>
    <p:extLst>
      <p:ext uri="{BB962C8B-B14F-4D97-AF65-F5344CB8AC3E}">
        <p14:creationId xmlns:p14="http://schemas.microsoft.com/office/powerpoint/2010/main" val="1437031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986AA-2811-427D-BE7E-C3B1E6F6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25815-D6A1-400D-BFA8-1A19814D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Web app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C7A75-BD08-40DC-9BAD-8B6ED092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B37C8-BE75-4AAF-A16D-B396C47F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Capture symptoms and evidence 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4898B-0BC8-4DE4-85A0-5B6EB600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Review hypotheses, missing inputs and rule 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7DE6B-67C9-4D79-97BA-7C3490E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Save cases, compare investigations and track maintenance 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AF334-5032-4567-B051-8E0839D9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Export a case report or run the evaluation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CDEBD-5A71-44DF-A232-A71F367A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Runs locally through a small static-file server. Case data stays in browser storage.</a:t>
            </a:r>
          </a:p>
        </p:txBody>
      </p:sp>
    </p:spTree>
    <p:extLst>
      <p:ext uri="{BB962C8B-B14F-4D97-AF65-F5344CB8AC3E}">
        <p14:creationId xmlns:p14="http://schemas.microsoft.com/office/powerpoint/2010/main" val="5666462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9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20566-AB93-4E35-8012-E3DBDCD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32694-C4E7-4F27-A177-029B71E7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Dataset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C807E-81F0-4DE1-850E-980CEE36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3D4FE-5159-4B16-8771-2A4C1156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33233-6DCF-456D-B2DB-DD11914D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050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synthetic scenarios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B9366-B66F-4C8E-8F1B-CEAB7D01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1281F-BEE2-49C7-A767-4C865A7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338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inference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55F47-2268-43E1-A44F-1EEA0B0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defRPr>
            </a:pPr>
            <a:r>
              <a:rPr sz="5325" b="1">
                <a:solidFill>
                  <a:srgbClr val="E9B76E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791D0-0197-4339-841C-2C3384E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5302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storage validation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7A84F-12DE-49C4-8C24-4E7FD974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DAE9E8"/>
                </a:solidFill>
                <a:latin typeface="DejaVu Sans"/>
                <a:ea typeface="DejaVu Sans"/>
                <a:cs typeface="DejaVu Sans"/>
              </a:rPr>
              <a:t>Plus 7 evidence tests for source-claim validation and conflict resolution.</a:t>
            </a:r>
          </a:p>
        </p:txBody>
      </p:sp>
    </p:spTree>
    <p:extLst>
      <p:ext uri="{BB962C8B-B14F-4D97-AF65-F5344CB8AC3E}">
        <p14:creationId xmlns:p14="http://schemas.microsoft.com/office/powerpoint/2010/main" val="39689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6AB11-2414-4271-A9E6-758BFCC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BDD9A-4AEF-4A5E-94DC-5CE9395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Evaluation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EBE1A-C215-4B42-B3FC-7E6F57F7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30654-7B88-4CAC-8ECB-70EB2687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Why forward chaining?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B5557-96C5-4948-AB8D-C3A01153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49530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The task screens across multiple faults from entered observations, while exposing each rule match in a trace.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08BAA-4DAC-4FE2-9E0B-E57CD278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What remains unverified?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F4049-6085-4ADD-9E65-0A45FFA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47625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No live telemetry, field-labelled cases, model-specific thresholds or expert validation. Source labels do not authenticate claims.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EEBD5-47F3-4CCC-BCEF-780A7E87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A qualified engineer must approve any real maintenance action.</a:t>
            </a:r>
          </a:p>
        </p:txBody>
      </p:sp>
    </p:spTree>
    <p:extLst>
      <p:ext uri="{BB962C8B-B14F-4D97-AF65-F5344CB8AC3E}">
        <p14:creationId xmlns:p14="http://schemas.microsoft.com/office/powerpoint/2010/main" val="1603880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45317-2DC5-40C9-BFCC-50959BD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E82"/>
                </a:solidFill>
                <a:latin typeface="DejaVu Sans"/>
                <a:ea typeface="DejaVu Sans"/>
                <a:cs typeface="DejaVu Sans"/>
              </a:rPr>
              <a:t>KBS CT-359   /   ARM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53260-A962-478A-9F8A-348CE671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8394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Five-minute viva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09959-9DE0-4A7D-A479-431D0EF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341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03A03-05DE-4787-8495-6EC8BC48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1   Load the payload scenario and open the rule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6A5B7-506A-40E9-805B-AC675929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2   Save the case and compare it with another investigation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52873-A2DF-492D-9F97-EDDD0974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3   Add opposing source claims to show conflict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0C60B-396C-4682-B043-BEE8D7A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83545"/>
                </a:solidFill>
                <a:latin typeface="DejaVu Sans"/>
                <a:ea typeface="DejaVu Sans"/>
                <a:cs typeface="DejaVu Sans"/>
              </a:rPr>
              <a:t>4   Create a maintenance task and run the test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2426C-5D79-4B8B-ABB8-BB559186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717E"/>
                </a:solidFill>
                <a:latin typeface="DejaVu Sans"/>
                <a:ea typeface="DejaVu Sans"/>
                <a:cs typeface="DejaVu Sans"/>
              </a:rPr>
              <a:t>Close with the scope: transparent software behavior on synthetic data.</a:t>
            </a:r>
          </a:p>
        </p:txBody>
      </p:sp>
    </p:spTree>
    <p:extLst>
      <p:ext uri="{BB962C8B-B14F-4D97-AF65-F5344CB8AC3E}">
        <p14:creationId xmlns:p14="http://schemas.microsoft.com/office/powerpoint/2010/main" val="995317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2026-10-23T10:27:51.6510000Z</dcterms:created>
  <dcterms:modified xsi:type="dcterms:W3CDTF">2026-10-23T10:27:51.6510000Z</dcterms:modified>
</coreProperties>
</file>